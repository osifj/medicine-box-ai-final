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37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Medicine Box AI Recognition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Arial"/>
              </a:defRPr>
            </a:pPr>
            <a:r>
              <a:t>Mid-Progress Presentation  |  Grove Vision AI V2 + Host Camera Hybrid Pipeline  | 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Edge-side medicine box detection with Grove Vision AI V2, combined with host-side HD barcode &amp; OCR recognition.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237744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Arial"/>
              </a:defRPr>
            </a:pPr>
            <a:r>
              <a:t>264+56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806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Synthetic medicine_box images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5029200"/>
            <a:ext cx="237744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4B8A6"/>
                </a:solidFill>
                <a:latin typeface="Arial"/>
              </a:defRPr>
            </a:pPr>
            <a:r>
              <a:t>2+1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806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Detector classes: barcode, text, medicine_box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5029200"/>
            <a:ext cx="237744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Arial"/>
              </a:defRPr>
            </a:pPr>
            <a:r>
              <a:t>10/10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806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Real E2E validation images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5029200"/>
            <a:ext cx="237744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5806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Cameras: Grove + HD Host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Background and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94A3B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rial"/>
              </a:defRPr>
            </a:pPr>
            <a:r>
              <a:t>Why medicine-box recognition needs a hybrid edge-host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B82F6"/>
                </a:solidFill>
                <a:latin typeface="Arial"/>
              </a:defRPr>
            </a:pPr>
            <a:r>
              <a:t>The Challenge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Medicine packages contain critical safety information: drug name, barcode, specification, approval number, batch number, and expiry date.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Manual reading is slow and error-prone, especially for elderly users or those with visual impairment.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Existing solutions require high-end smartphones or dedicated scanners — not suitable for low-cost edge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029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Key Insight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Grove Vision AI V2 (240x240 camera) cannot resolve small barcode lines or Chinese text for OCR.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However, it CAN reliably detect whether a medicine box is present — making it an ideal edge-side trigger.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A host camera (1080p+) handles the actual barcode decoding and OCR — forming a practical hybrid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Aim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94A3B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rial"/>
              </a:defRPr>
            </a:pPr>
            <a:r>
              <a:t>Research aim and mid-progress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B82F6"/>
                </a:solidFill>
                <a:latin typeface="Arial"/>
              </a:defRPr>
            </a:pPr>
            <a:r>
              <a:t>Research Aim</a:t>
            </a:r>
          </a:p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  <a:latin typeface="Arial"/>
              </a:defRPr>
            </a:pPr>
            <a:r>
              <a:t>Design and evaluate a practical system for recognizing medicine-box barcode and text using a hybrid edge-host architecture, combining Grove Vision AI V2 as an edge trigger with a host-side HD camera for high-accuracy OCR.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051560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4B8A6"/>
                </a:solidFill>
                <a:latin typeface="Arial"/>
              </a:defRPr>
            </a:pPr>
            <a:r>
              <a:t>Mid-Progress Objectives</a:t>
            </a:r>
          </a:p>
          <a:p>
            <a:pPr>
              <a:spcAft>
                <a:spcPts val="500"/>
              </a:spcAft>
              <a:defRPr sz="14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500"/>
              </a:spcAft>
              <a:defRPr sz="1400" b="0">
                <a:solidFill>
                  <a:srgbClr val="10B981"/>
                </a:solidFill>
                <a:latin typeface="Arial"/>
              </a:defRPr>
            </a:pPr>
            <a:r>
              <a:t>Obj 1 — Edge Detection: Train and deploy a single-class medicine_box detector on Grove Vision AI V2 for real-time box presence detection.</a:t>
            </a:r>
          </a:p>
          <a:p>
            <a:pPr>
              <a:spcAft>
                <a:spcPts val="500"/>
              </a:spcAft>
              <a:defRPr sz="1400" b="0">
                <a:solidFill>
                  <a:srgbClr val="10B981"/>
                </a:solidFill>
                <a:latin typeface="Arial"/>
              </a:defRPr>
            </a:pPr>
            <a:r>
              <a:t>Obj 2 — Host Recognition: Build a host-side pipeline for HD barcode detection + OCR text recognition + structured medicine info extraction.</a:t>
            </a:r>
          </a:p>
          <a:p>
            <a:pPr>
              <a:spcAft>
                <a:spcPts val="500"/>
              </a:spcAft>
              <a:defRPr sz="1400" b="0">
                <a:solidFill>
                  <a:srgbClr val="10B981"/>
                </a:solidFill>
                <a:latin typeface="Arial"/>
              </a:defRPr>
            </a:pPr>
            <a:r>
              <a:t>Obj 3 — Hybrid Integration: Connect edge and host into a unified demo where Grove triggers the host camera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94A3B8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rial"/>
              </a:defRPr>
            </a:pPr>
            <a:r>
              <a:t>Hybrid edge-host pipeline: Grove triggers, Host recognizes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53035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3B82F6"/>
                </a:solidFill>
                <a:latin typeface="Arial"/>
              </a:defRPr>
            </a:pPr>
            <a:r>
              <a:t>Grove Vision AI V2 — Edge Trigger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Camera: 240x240 onboard sensor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Model: medicine_box single-class detection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Output: [x, y, w, h, score, target=0]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Role: Detect if medicine box is present</a:t>
            </a:r>
          </a:p>
          <a:p>
            <a:pPr>
              <a:spcAft>
                <a:spcPts val="400"/>
              </a:spcAft>
              <a:defRPr sz="1300" b="0">
                <a:solidFill>
                  <a:srgbClr val="F59E0B"/>
                </a:solidFill>
                <a:latin typeface="Arial"/>
              </a:defRPr>
            </a:pPr>
            <a:r>
              <a:t>Does NOT: read text, decode barcode, run OCR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35040" y="3840480"/>
            <a:ext cx="548640" cy="36576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0" y="2011680"/>
            <a:ext cx="50292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19456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Host Computer — Main Recognition</a:t>
            </a:r>
          </a:p>
          <a:p>
            <a:pPr>
              <a:spcAft>
                <a:spcPts val="400"/>
              </a:spcAft>
              <a:defRPr sz="130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Camera: Mac/USB 1080p+ HD camera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Detector: barcode + text dual-class CNN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OCR: Tesseract + custom medicine classifier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Output: Structured JSON + preview image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Role: Full barcode decoding and text recognition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Dataset and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94A3B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rial"/>
              </a:defRPr>
            </a:pPr>
            <a:r>
              <a:t>Synthetic + real data across two detection 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B82F6"/>
                </a:solidFill>
                <a:latin typeface="Arial"/>
              </a:defRPr>
            </a:pPr>
            <a:r>
              <a:t>Grove medicine_box</a:t>
            </a:r>
          </a:p>
          <a:p>
            <a:pPr>
              <a:spcAft>
                <a:spcPts val="400"/>
              </a:spcAft>
              <a:defRPr sz="2400" b="0">
                <a:solidFill>
                  <a:srgbClr val="FFFFFF"/>
                </a:solidFill>
                <a:latin typeface="Arial"/>
              </a:defRPr>
            </a:pPr>
            <a:r>
              <a:t>264 train / 56 val images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Synthetic, 1 class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Trained on SenseCraft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01168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4B8A6"/>
                </a:solidFill>
                <a:latin typeface="Arial"/>
              </a:defRPr>
            </a:pPr>
            <a:r>
              <a:t>Host barcode/text</a:t>
            </a:r>
          </a:p>
          <a:p>
            <a:pPr>
              <a:spcAft>
                <a:spcPts val="400"/>
              </a:spcAft>
              <a:defRPr sz="2400" b="0">
                <a:solidFill>
                  <a:srgbClr val="FFFFFF"/>
                </a:solidFill>
                <a:latin typeface="Arial"/>
              </a:defRPr>
            </a:pPr>
            <a:r>
              <a:t>2000 train / 400 val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Synthetic v3, 2 classes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10 drug types, auto-labeled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01168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1945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Real validation</a:t>
            </a:r>
          </a:p>
          <a:p>
            <a:pPr>
              <a:spcAft>
                <a:spcPts val="400"/>
              </a:spcAft>
              <a:defRPr sz="2400" b="0">
                <a:solidFill>
                  <a:srgbClr val="FFFFFF"/>
                </a:solidFill>
                <a:latin typeface="Arial"/>
              </a:defRPr>
            </a:pPr>
            <a:r>
              <a:t>76 train / 14 val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barcode + text labels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Manual annotation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530352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480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B82F6"/>
                </a:solidFill>
                <a:latin typeface="Arial"/>
              </a:defRPr>
            </a:pPr>
            <a:r>
              <a:t>Host OCR Dataset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Synthetic: 15,962 train OCR crops + 3,198 val crops (10 drug types, Chinese + English labels)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Real: 228 train crops + 42 val crops (manual CSV annotations)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Arial"/>
              </a:defRPr>
            </a:pPr>
            <a:r>
              <a:t>Generator: capsule icons, barcodes, foil strips, 7 background themes, glare, occluders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4297680"/>
            <a:ext cx="530352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480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4B8A6"/>
                </a:solidFill>
                <a:latin typeface="Arial"/>
              </a:defRPr>
            </a:pPr>
            <a:r>
              <a:t>Annotation Quality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medicine_box: auto-generated bounding boxes from known box position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barcode/text: YOLO-format labels auto-generated per scene element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Real images: manually annotated with labelImg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Grove Vision AI V2 — Edge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94A3B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rial"/>
              </a:defRPr>
            </a:pPr>
            <a:r>
              <a:t>Single-class medicine_box detection on low-power MCU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53035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3B82F6"/>
                </a:solidFill>
                <a:latin typeface="Arial"/>
              </a:defRPr>
            </a:pPr>
            <a:r>
              <a:t>Model Deployment Pipeline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1. Generate synthetic medicine_box images with auto-annotation (264 train / 56 val)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2. Train Swift-YOLO single-class model on SenseCraft AI (imgsz=192, int8 + Vela)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3. Flash to Grove via Python deploy script (XMODEM over USB serial)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4. Verify: AT+INVOKE returns boxes with label=medicine_box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035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AT Command Interface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AT+INVOKE: triggers single inference, returns JSON with boxes array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AT+INFO: writes model metadata (class names, model name)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Output format: [x_center, y_center, width, height, score, class_id]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Box coordinates normalized to [0, 240] pixel 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1078992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3B82F6"/>
                </a:solidFill>
                <a:latin typeface="Arial"/>
              </a:defRPr>
            </a:pPr>
            <a:r>
              <a:t>Flashing Script — Key Technical Achievements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Fixed 6 critical bugs in the Python XMODEM flashing pipeline: pyserial RTS/DTR initialization, block-number wrapping after 255, post-config bootloader re-entry with 1-char triggers, menu-based post-transfer flow ([0] Reboot / [1] Xmodem), non-standard EOT handling, and AT+INFO metadata write after reboot. The script now reliably flashes 920KB~2.8MB models in 2~20 minutes.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Host-Side Pipeline — Barcode &amp; OCR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94A3B8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rial"/>
              </a:defRPr>
            </a:pPr>
            <a:r>
              <a:t>High-resolution camera + barcode/text detector + OCR + classifier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53035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3B82F6"/>
                </a:solidFill>
                <a:latin typeface="Arial"/>
              </a:defRPr>
            </a:pPr>
            <a:r>
              <a:t>Detection Module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Custom lightweight CNN (Conv2D + SeparableConv2D backbone)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4 downsampling stages, stride-16 YOLO-style grid output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2 classes: barcode + text, trained on synthetic v3 + fine-tuned on real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Image size: 320x320, batch size: 16, epochs: 120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035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4B8A6"/>
                </a:solidFill>
                <a:latin typeface="Arial"/>
              </a:defRPr>
            </a:pPr>
            <a:r>
              <a:t>OCR &amp; Classification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OCR crops extracted from text detection regions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Tesseract OCR for Chinese + English recognition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Custom medicine classifier: matches recognized text to drug database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10 drug entries with Chinese/English names, manufacturer, spec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1078992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3B82F6"/>
                </a:solidFill>
                <a:latin typeface="Arial"/>
              </a:defRPr>
            </a:pPr>
            <a:r>
              <a:t>Pipeline Results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Synthetic detector: barcode F1=0.843, text F1=0.613 at threshold 0.25. Real-image test on frame_00000: 11 detections (1 barcode at score 0.646 + 10 text regions). OCR tested on 96 real medicine box images with structured JSON output including drug name, barcode digits, specification, and approval code.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End-to-end: pipeline outputs JSON + annotated preview image per frame. Pipeline verified working on host_session_001 captures.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Key Issues and 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94A3B8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rial"/>
              </a:defRPr>
            </a:pPr>
            <a:r>
              <a:t>What changed after experiments and testing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148840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Arial"/>
              </a:defRPr>
            </a:pPr>
            <a:r>
              <a:t>Issue 1: Grove camera resolution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Grove Vision AI V2 camera is 240x240 — too small for barcode fine lines and Chinese small-font OCR. Cannot replace host camera for recognition tasks.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92608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Arial"/>
              </a:defRPr>
            </a:pPr>
            <a:r>
              <a:t>Decision: Hybrid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Split the system: Grove detects medicine_box presence (edge trigger), host camera handles all barcode/OCR (main recognition). This preserves edge-AI value while making recognition practical.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703320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566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Arial"/>
              </a:defRPr>
            </a:pPr>
            <a:r>
              <a:t>Issue 2: YOLOv8 → Grove incompatibility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86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YOLOv8 int8 quantization fails with TF converter (CONCAT ops). Vela reports 0% NPU usage for float32 models. Output format [1,5,756] incompatible with Grove's SSCMA firmware.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48056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43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Arial"/>
              </a:defRPr>
            </a:pPr>
            <a:r>
              <a:t>Decision: SenseCraft Swift-YOLO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63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Train directly on SenseCraft AI platform using Swift-YOLO architecture. Outputs Grove-compatible int8+vela TFLite with decoded [x,y,w,h,score,target] boxes.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257800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20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Arial"/>
              </a:defRPr>
            </a:pPr>
            <a:r>
              <a:t>Issue 3: OCR domain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4406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TF OCR trained on synthetic data performs poorly on real captured crops. Tesseract is currently more robust for real-image Chinese text recognition.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603504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Arial"/>
              </a:defRPr>
            </a:pPr>
            <a:r>
              <a:t>Decision: Tesseract 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6217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Use Tesseract as primary OCR engine for real images while continuing to improve TF OCR on augmented real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Next Steps and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320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94A3B8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rial"/>
              </a:defRPr>
            </a:pPr>
            <a:r>
              <a:t>Work plan for completion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107899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Collect more real medicine-box images from multiple products. Improve medicine_box model with real data fine-tuning. Verify Grove detection with diverse box types and lighting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63240"/>
            <a:ext cx="107899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Arial"/>
              </a:defRPr>
            </a:pPr>
            <a:r>
              <a:t>Week 1-2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Enhance host-side pipeline: improve barcode/text detector F1 on real images. Add structured field extraction (drug name, barcode, batch, expiry). Add multi-language OCR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107899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rial"/>
              </a:defRPr>
            </a:pPr>
            <a:r>
              <a:t>Week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Build unified hybrid demo with automatic Grove→Host trigger. Test end-to-end accuracy on 20+ real medicine boxes. Profile latency: Grove detection + host capture + full pipeline.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166360"/>
            <a:ext cx="107899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257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Arial"/>
              </a:defRPr>
            </a:pPr>
            <a:r>
              <a:t>Week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Prepare dissertation: experiments, figures, ablation studies, limitations. Record final demonstration video. Write conclusion and future 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8288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Arial"/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0175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Arial"/>
              </a:defRPr>
            </a:pPr>
            <a:r>
              <a:t>Thank you for your attention.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Arial"/>
              </a:defRPr>
            </a:pPr>
            <a:r>
              <a:t>Demo: Grove edge detection (medicine_box) → Host camera barcode + OCR → Structured JSON output</a:t>
            </a:r>
            <a:br/>
            <a:r>
              <a:t>Research focus: hybrid edge-host architecture for practical medicine-box AI recognition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651760"/>
            <a:ext cx="21031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